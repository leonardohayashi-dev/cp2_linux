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Didact Gothic" charset="1" panose="00000500000000000000"/>
      <p:regular r:id="rId26"/>
    </p:embeddedFont>
    <p:embeddedFont>
      <p:font typeface="Open San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1370" y="69407"/>
            <a:ext cx="10167236" cy="10167236"/>
          </a:xfrm>
          <a:custGeom>
            <a:avLst/>
            <a:gdLst/>
            <a:ahLst/>
            <a:cxnLst/>
            <a:rect r="r" b="b" t="t" l="l"/>
            <a:pathLst>
              <a:path h="10167236" w="10167236">
                <a:moveTo>
                  <a:pt x="0" y="0"/>
                </a:moveTo>
                <a:lnTo>
                  <a:pt x="10167237" y="0"/>
                </a:lnTo>
                <a:lnTo>
                  <a:pt x="10167237" y="10167236"/>
                </a:lnTo>
                <a:lnTo>
                  <a:pt x="0" y="1016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326265" y="8875968"/>
            <a:ext cx="8837785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23369" y="9142872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0"/>
                </a:lnTo>
                <a:lnTo>
                  <a:pt x="0" y="28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26265" y="1028700"/>
            <a:ext cx="3463260" cy="499805"/>
            <a:chOff x="0" y="0"/>
            <a:chExt cx="4617680" cy="666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0602" cy="666406"/>
            </a:xfrm>
            <a:custGeom>
              <a:avLst/>
              <a:gdLst/>
              <a:ahLst/>
              <a:cxnLst/>
              <a:rect r="r" b="b" t="t" l="l"/>
              <a:pathLst>
                <a:path h="666406" w="870602">
                  <a:moveTo>
                    <a:pt x="0" y="0"/>
                  </a:moveTo>
                  <a:lnTo>
                    <a:pt x="870602" y="0"/>
                  </a:lnTo>
                  <a:lnTo>
                    <a:pt x="870602" y="666406"/>
                  </a:lnTo>
                  <a:lnTo>
                    <a:pt x="0" y="666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90313" y="142703"/>
              <a:ext cx="3527367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901">
                  <a:solidFill>
                    <a:srgbClr val="F4F4F4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SISTEMA OPERACIONAL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43680" y="2387889"/>
            <a:ext cx="5063457" cy="5063457"/>
          </a:xfrm>
          <a:custGeom>
            <a:avLst/>
            <a:gdLst/>
            <a:ahLst/>
            <a:cxnLst/>
            <a:rect r="r" b="b" t="t" l="l"/>
            <a:pathLst>
              <a:path h="5063457" w="5063457">
                <a:moveTo>
                  <a:pt x="0" y="0"/>
                </a:moveTo>
                <a:lnTo>
                  <a:pt x="5063457" y="0"/>
                </a:lnTo>
                <a:lnTo>
                  <a:pt x="5063457" y="5063457"/>
                </a:lnTo>
                <a:lnTo>
                  <a:pt x="0" y="506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326263" y="1911274"/>
            <a:ext cx="8837787" cy="6016687"/>
            <a:chOff x="0" y="0"/>
            <a:chExt cx="11783716" cy="802225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964229"/>
              <a:ext cx="11783716" cy="3058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8BDB2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Apresentado por: 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8BDB2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Enrico Basttistuzzo Lhano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8BDB2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Lenardo de Araujo Hayashi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8BDB2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Vitor de França da Silva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8BDB2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Vitória Araujo Silva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8125"/>
              <a:ext cx="11783716" cy="4372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9"/>
                </a:lnSpc>
              </a:pPr>
              <a:r>
                <a:rPr lang="en-US" sz="12399">
                  <a:solidFill>
                    <a:srgbClr val="F4F4F4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Rocky</a:t>
              </a:r>
            </a:p>
            <a:p>
              <a:pPr algn="l">
                <a:lnSpc>
                  <a:spcPts val="12399"/>
                </a:lnSpc>
              </a:pPr>
              <a:r>
                <a:rPr lang="en-US" sz="12399">
                  <a:solidFill>
                    <a:srgbClr val="F4F4F4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Linux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176306"/>
            <a:ext cx="6068655" cy="2081994"/>
            <a:chOff x="0" y="0"/>
            <a:chExt cx="8091540" cy="277599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697180" cy="2775991"/>
              <a:chOff x="0" y="0"/>
              <a:chExt cx="6350000" cy="65355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534289" y="450723"/>
                <a:ext cx="5284851" cy="5630545"/>
              </a:xfrm>
              <a:custGeom>
                <a:avLst/>
                <a:gdLst/>
                <a:ahLst/>
                <a:cxnLst/>
                <a:rect r="r" b="b" t="t" l="l"/>
                <a:pathLst>
                  <a:path h="5630545" w="5284851">
                    <a:moveTo>
                      <a:pt x="1151255" y="0"/>
                    </a:moveTo>
                    <a:lnTo>
                      <a:pt x="1154557" y="7366"/>
                    </a:lnTo>
                    <a:lnTo>
                      <a:pt x="1154557" y="195453"/>
                    </a:lnTo>
                    <a:lnTo>
                      <a:pt x="144526" y="677545"/>
                    </a:lnTo>
                    <a:lnTo>
                      <a:pt x="1154557" y="1159637"/>
                    </a:lnTo>
                    <a:lnTo>
                      <a:pt x="1154557" y="1347724"/>
                    </a:lnTo>
                    <a:lnTo>
                      <a:pt x="1151255" y="1355090"/>
                    </a:lnTo>
                    <a:lnTo>
                      <a:pt x="0" y="805561"/>
                    </a:lnTo>
                    <a:lnTo>
                      <a:pt x="0" y="549529"/>
                    </a:lnTo>
                    <a:lnTo>
                      <a:pt x="1151255" y="0"/>
                    </a:lnTo>
                    <a:close/>
                    <a:moveTo>
                      <a:pt x="2065147" y="549529"/>
                    </a:moveTo>
                    <a:lnTo>
                      <a:pt x="2065147" y="805561"/>
                    </a:lnTo>
                    <a:lnTo>
                      <a:pt x="3216402" y="1355090"/>
                    </a:lnTo>
                    <a:lnTo>
                      <a:pt x="3219704" y="1347724"/>
                    </a:lnTo>
                    <a:lnTo>
                      <a:pt x="3219704" y="1159637"/>
                    </a:lnTo>
                    <a:lnTo>
                      <a:pt x="2209673" y="677545"/>
                    </a:lnTo>
                    <a:lnTo>
                      <a:pt x="3219704" y="195453"/>
                    </a:lnTo>
                    <a:lnTo>
                      <a:pt x="3219704" y="7366"/>
                    </a:lnTo>
                    <a:lnTo>
                      <a:pt x="3216402" y="0"/>
                    </a:lnTo>
                    <a:lnTo>
                      <a:pt x="2065147" y="549529"/>
                    </a:lnTo>
                    <a:close/>
                    <a:moveTo>
                      <a:pt x="5284851" y="7366"/>
                    </a:moveTo>
                    <a:lnTo>
                      <a:pt x="5281676" y="0"/>
                    </a:lnTo>
                    <a:lnTo>
                      <a:pt x="4130421" y="549529"/>
                    </a:lnTo>
                    <a:lnTo>
                      <a:pt x="4130421" y="805561"/>
                    </a:lnTo>
                    <a:lnTo>
                      <a:pt x="5281676" y="1355090"/>
                    </a:lnTo>
                    <a:lnTo>
                      <a:pt x="5284851" y="1347724"/>
                    </a:lnTo>
                    <a:lnTo>
                      <a:pt x="5284851" y="1159637"/>
                    </a:lnTo>
                    <a:lnTo>
                      <a:pt x="4274820" y="677545"/>
                    </a:lnTo>
                    <a:lnTo>
                      <a:pt x="5284851" y="195453"/>
                    </a:lnTo>
                    <a:lnTo>
                      <a:pt x="5284851" y="7366"/>
                    </a:lnTo>
                    <a:close/>
                    <a:moveTo>
                      <a:pt x="0" y="4825111"/>
                    </a:moveTo>
                    <a:lnTo>
                      <a:pt x="0" y="5081016"/>
                    </a:lnTo>
                    <a:lnTo>
                      <a:pt x="1151255" y="5630545"/>
                    </a:lnTo>
                    <a:lnTo>
                      <a:pt x="1154557" y="5623306"/>
                    </a:lnTo>
                    <a:lnTo>
                      <a:pt x="1154557" y="5435219"/>
                    </a:lnTo>
                    <a:lnTo>
                      <a:pt x="144526" y="4953127"/>
                    </a:lnTo>
                    <a:lnTo>
                      <a:pt x="1154557" y="4471035"/>
                    </a:lnTo>
                    <a:lnTo>
                      <a:pt x="1154557" y="4282948"/>
                    </a:lnTo>
                    <a:lnTo>
                      <a:pt x="1151255" y="4275582"/>
                    </a:lnTo>
                    <a:lnTo>
                      <a:pt x="0" y="4825111"/>
                    </a:lnTo>
                    <a:close/>
                    <a:moveTo>
                      <a:pt x="2065147" y="4825111"/>
                    </a:moveTo>
                    <a:lnTo>
                      <a:pt x="2065147" y="5081016"/>
                    </a:lnTo>
                    <a:lnTo>
                      <a:pt x="3216402" y="5630545"/>
                    </a:lnTo>
                    <a:lnTo>
                      <a:pt x="3219704" y="5623306"/>
                    </a:lnTo>
                    <a:lnTo>
                      <a:pt x="3219704" y="5435219"/>
                    </a:lnTo>
                    <a:lnTo>
                      <a:pt x="2209673" y="4953127"/>
                    </a:lnTo>
                    <a:lnTo>
                      <a:pt x="3219704" y="4471035"/>
                    </a:lnTo>
                    <a:lnTo>
                      <a:pt x="3219704" y="4282948"/>
                    </a:lnTo>
                    <a:lnTo>
                      <a:pt x="3216402" y="4275582"/>
                    </a:lnTo>
                    <a:lnTo>
                      <a:pt x="2065147" y="4825111"/>
                    </a:lnTo>
                    <a:close/>
                    <a:moveTo>
                      <a:pt x="4130421" y="4825111"/>
                    </a:moveTo>
                    <a:lnTo>
                      <a:pt x="4130421" y="5081016"/>
                    </a:lnTo>
                    <a:lnTo>
                      <a:pt x="5281676" y="5630545"/>
                    </a:lnTo>
                    <a:lnTo>
                      <a:pt x="5284851" y="5623306"/>
                    </a:lnTo>
                    <a:lnTo>
                      <a:pt x="5284851" y="5435219"/>
                    </a:lnTo>
                    <a:lnTo>
                      <a:pt x="4274820" y="4953127"/>
                    </a:lnTo>
                    <a:lnTo>
                      <a:pt x="5284851" y="4471035"/>
                    </a:lnTo>
                    <a:lnTo>
                      <a:pt x="5284851" y="4282948"/>
                    </a:lnTo>
                    <a:lnTo>
                      <a:pt x="5281676" y="4275582"/>
                    </a:lnTo>
                    <a:lnTo>
                      <a:pt x="4130421" y="4825111"/>
                    </a:lnTo>
                    <a:close/>
                    <a:moveTo>
                      <a:pt x="4130421" y="2136648"/>
                    </a:moveTo>
                    <a:lnTo>
                      <a:pt x="4130421" y="2324735"/>
                    </a:lnTo>
                    <a:lnTo>
                      <a:pt x="5140325" y="2806827"/>
                    </a:lnTo>
                    <a:lnTo>
                      <a:pt x="4130421" y="3288919"/>
                    </a:lnTo>
                    <a:lnTo>
                      <a:pt x="4130421" y="3477006"/>
                    </a:lnTo>
                    <a:lnTo>
                      <a:pt x="4133596" y="3484372"/>
                    </a:lnTo>
                    <a:lnTo>
                      <a:pt x="5284851" y="2934843"/>
                    </a:lnTo>
                    <a:lnTo>
                      <a:pt x="5284851" y="2678938"/>
                    </a:lnTo>
                    <a:lnTo>
                      <a:pt x="4133596" y="2129409"/>
                    </a:lnTo>
                    <a:lnTo>
                      <a:pt x="4130421" y="2136648"/>
                    </a:lnTo>
                    <a:close/>
                    <a:moveTo>
                      <a:pt x="2065147" y="2136648"/>
                    </a:moveTo>
                    <a:lnTo>
                      <a:pt x="2065147" y="2324735"/>
                    </a:lnTo>
                    <a:lnTo>
                      <a:pt x="3075178" y="2806827"/>
                    </a:lnTo>
                    <a:lnTo>
                      <a:pt x="2065147" y="3288919"/>
                    </a:lnTo>
                    <a:lnTo>
                      <a:pt x="2065147" y="3477006"/>
                    </a:lnTo>
                    <a:lnTo>
                      <a:pt x="2068449" y="3484372"/>
                    </a:lnTo>
                    <a:lnTo>
                      <a:pt x="3219704" y="2934843"/>
                    </a:lnTo>
                    <a:lnTo>
                      <a:pt x="3219704" y="2678938"/>
                    </a:lnTo>
                    <a:lnTo>
                      <a:pt x="2068449" y="2129409"/>
                    </a:lnTo>
                    <a:lnTo>
                      <a:pt x="2065147" y="2136648"/>
                    </a:lnTo>
                    <a:close/>
                    <a:moveTo>
                      <a:pt x="0" y="2136648"/>
                    </a:moveTo>
                    <a:lnTo>
                      <a:pt x="0" y="2324735"/>
                    </a:lnTo>
                    <a:lnTo>
                      <a:pt x="1010031" y="2806827"/>
                    </a:lnTo>
                    <a:lnTo>
                      <a:pt x="0" y="3288919"/>
                    </a:lnTo>
                    <a:lnTo>
                      <a:pt x="0" y="3477006"/>
                    </a:lnTo>
                    <a:lnTo>
                      <a:pt x="3302" y="3484372"/>
                    </a:lnTo>
                    <a:lnTo>
                      <a:pt x="1154557" y="2934843"/>
                    </a:lnTo>
                    <a:lnTo>
                      <a:pt x="1154557" y="2678938"/>
                    </a:lnTo>
                    <a:lnTo>
                      <a:pt x="3302" y="2129409"/>
                    </a:lnTo>
                    <a:lnTo>
                      <a:pt x="0" y="2136648"/>
                    </a:lnTo>
                    <a:close/>
                  </a:path>
                </a:pathLst>
              </a:custGeom>
              <a:solidFill>
                <a:srgbClr val="2B2B2B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697180" y="0"/>
              <a:ext cx="2697180" cy="2775991"/>
              <a:chOff x="0" y="0"/>
              <a:chExt cx="6350000" cy="653554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534289" y="450723"/>
                <a:ext cx="5284851" cy="5630545"/>
              </a:xfrm>
              <a:custGeom>
                <a:avLst/>
                <a:gdLst/>
                <a:ahLst/>
                <a:cxnLst/>
                <a:rect r="r" b="b" t="t" l="l"/>
                <a:pathLst>
                  <a:path h="5630545" w="5284851">
                    <a:moveTo>
                      <a:pt x="1151255" y="0"/>
                    </a:moveTo>
                    <a:lnTo>
                      <a:pt x="1154557" y="7366"/>
                    </a:lnTo>
                    <a:lnTo>
                      <a:pt x="1154557" y="195453"/>
                    </a:lnTo>
                    <a:lnTo>
                      <a:pt x="144526" y="677545"/>
                    </a:lnTo>
                    <a:lnTo>
                      <a:pt x="1154557" y="1159637"/>
                    </a:lnTo>
                    <a:lnTo>
                      <a:pt x="1154557" y="1347724"/>
                    </a:lnTo>
                    <a:lnTo>
                      <a:pt x="1151255" y="1355090"/>
                    </a:lnTo>
                    <a:lnTo>
                      <a:pt x="0" y="805561"/>
                    </a:lnTo>
                    <a:lnTo>
                      <a:pt x="0" y="549529"/>
                    </a:lnTo>
                    <a:lnTo>
                      <a:pt x="1151255" y="0"/>
                    </a:lnTo>
                    <a:close/>
                    <a:moveTo>
                      <a:pt x="2065147" y="549529"/>
                    </a:moveTo>
                    <a:lnTo>
                      <a:pt x="2065147" y="805561"/>
                    </a:lnTo>
                    <a:lnTo>
                      <a:pt x="3216402" y="1355090"/>
                    </a:lnTo>
                    <a:lnTo>
                      <a:pt x="3219704" y="1347724"/>
                    </a:lnTo>
                    <a:lnTo>
                      <a:pt x="3219704" y="1159637"/>
                    </a:lnTo>
                    <a:lnTo>
                      <a:pt x="2209673" y="677545"/>
                    </a:lnTo>
                    <a:lnTo>
                      <a:pt x="3219704" y="195453"/>
                    </a:lnTo>
                    <a:lnTo>
                      <a:pt x="3219704" y="7366"/>
                    </a:lnTo>
                    <a:lnTo>
                      <a:pt x="3216402" y="0"/>
                    </a:lnTo>
                    <a:lnTo>
                      <a:pt x="2065147" y="549529"/>
                    </a:lnTo>
                    <a:close/>
                    <a:moveTo>
                      <a:pt x="5284851" y="7366"/>
                    </a:moveTo>
                    <a:lnTo>
                      <a:pt x="5281676" y="0"/>
                    </a:lnTo>
                    <a:lnTo>
                      <a:pt x="4130421" y="549529"/>
                    </a:lnTo>
                    <a:lnTo>
                      <a:pt x="4130421" y="805561"/>
                    </a:lnTo>
                    <a:lnTo>
                      <a:pt x="5281676" y="1355090"/>
                    </a:lnTo>
                    <a:lnTo>
                      <a:pt x="5284851" y="1347724"/>
                    </a:lnTo>
                    <a:lnTo>
                      <a:pt x="5284851" y="1159637"/>
                    </a:lnTo>
                    <a:lnTo>
                      <a:pt x="4274820" y="677545"/>
                    </a:lnTo>
                    <a:lnTo>
                      <a:pt x="5284851" y="195453"/>
                    </a:lnTo>
                    <a:lnTo>
                      <a:pt x="5284851" y="7366"/>
                    </a:lnTo>
                    <a:close/>
                    <a:moveTo>
                      <a:pt x="0" y="4825111"/>
                    </a:moveTo>
                    <a:lnTo>
                      <a:pt x="0" y="5081016"/>
                    </a:lnTo>
                    <a:lnTo>
                      <a:pt x="1151255" y="5630545"/>
                    </a:lnTo>
                    <a:lnTo>
                      <a:pt x="1154557" y="5623306"/>
                    </a:lnTo>
                    <a:lnTo>
                      <a:pt x="1154557" y="5435219"/>
                    </a:lnTo>
                    <a:lnTo>
                      <a:pt x="144526" y="4953127"/>
                    </a:lnTo>
                    <a:lnTo>
                      <a:pt x="1154557" y="4471035"/>
                    </a:lnTo>
                    <a:lnTo>
                      <a:pt x="1154557" y="4282948"/>
                    </a:lnTo>
                    <a:lnTo>
                      <a:pt x="1151255" y="4275582"/>
                    </a:lnTo>
                    <a:lnTo>
                      <a:pt x="0" y="4825111"/>
                    </a:lnTo>
                    <a:close/>
                    <a:moveTo>
                      <a:pt x="2065147" y="4825111"/>
                    </a:moveTo>
                    <a:lnTo>
                      <a:pt x="2065147" y="5081016"/>
                    </a:lnTo>
                    <a:lnTo>
                      <a:pt x="3216402" y="5630545"/>
                    </a:lnTo>
                    <a:lnTo>
                      <a:pt x="3219704" y="5623306"/>
                    </a:lnTo>
                    <a:lnTo>
                      <a:pt x="3219704" y="5435219"/>
                    </a:lnTo>
                    <a:lnTo>
                      <a:pt x="2209673" y="4953127"/>
                    </a:lnTo>
                    <a:lnTo>
                      <a:pt x="3219704" y="4471035"/>
                    </a:lnTo>
                    <a:lnTo>
                      <a:pt x="3219704" y="4282948"/>
                    </a:lnTo>
                    <a:lnTo>
                      <a:pt x="3216402" y="4275582"/>
                    </a:lnTo>
                    <a:lnTo>
                      <a:pt x="2065147" y="4825111"/>
                    </a:lnTo>
                    <a:close/>
                    <a:moveTo>
                      <a:pt x="4130421" y="4825111"/>
                    </a:moveTo>
                    <a:lnTo>
                      <a:pt x="4130421" y="5081016"/>
                    </a:lnTo>
                    <a:lnTo>
                      <a:pt x="5281676" y="5630545"/>
                    </a:lnTo>
                    <a:lnTo>
                      <a:pt x="5284851" y="5623306"/>
                    </a:lnTo>
                    <a:lnTo>
                      <a:pt x="5284851" y="5435219"/>
                    </a:lnTo>
                    <a:lnTo>
                      <a:pt x="4274820" y="4953127"/>
                    </a:lnTo>
                    <a:lnTo>
                      <a:pt x="5284851" y="4471035"/>
                    </a:lnTo>
                    <a:lnTo>
                      <a:pt x="5284851" y="4282948"/>
                    </a:lnTo>
                    <a:lnTo>
                      <a:pt x="5281676" y="4275582"/>
                    </a:lnTo>
                    <a:lnTo>
                      <a:pt x="4130421" y="4825111"/>
                    </a:lnTo>
                    <a:close/>
                    <a:moveTo>
                      <a:pt x="4130421" y="2136648"/>
                    </a:moveTo>
                    <a:lnTo>
                      <a:pt x="4130421" y="2324735"/>
                    </a:lnTo>
                    <a:lnTo>
                      <a:pt x="5140325" y="2806827"/>
                    </a:lnTo>
                    <a:lnTo>
                      <a:pt x="4130421" y="3288919"/>
                    </a:lnTo>
                    <a:lnTo>
                      <a:pt x="4130421" y="3477006"/>
                    </a:lnTo>
                    <a:lnTo>
                      <a:pt x="4133596" y="3484372"/>
                    </a:lnTo>
                    <a:lnTo>
                      <a:pt x="5284851" y="2934843"/>
                    </a:lnTo>
                    <a:lnTo>
                      <a:pt x="5284851" y="2678938"/>
                    </a:lnTo>
                    <a:lnTo>
                      <a:pt x="4133596" y="2129409"/>
                    </a:lnTo>
                    <a:lnTo>
                      <a:pt x="4130421" y="2136648"/>
                    </a:lnTo>
                    <a:close/>
                    <a:moveTo>
                      <a:pt x="2065147" y="2136648"/>
                    </a:moveTo>
                    <a:lnTo>
                      <a:pt x="2065147" y="2324735"/>
                    </a:lnTo>
                    <a:lnTo>
                      <a:pt x="3075178" y="2806827"/>
                    </a:lnTo>
                    <a:lnTo>
                      <a:pt x="2065147" y="3288919"/>
                    </a:lnTo>
                    <a:lnTo>
                      <a:pt x="2065147" y="3477006"/>
                    </a:lnTo>
                    <a:lnTo>
                      <a:pt x="2068449" y="3484372"/>
                    </a:lnTo>
                    <a:lnTo>
                      <a:pt x="3219704" y="2934843"/>
                    </a:lnTo>
                    <a:lnTo>
                      <a:pt x="3219704" y="2678938"/>
                    </a:lnTo>
                    <a:lnTo>
                      <a:pt x="2068449" y="2129409"/>
                    </a:lnTo>
                    <a:lnTo>
                      <a:pt x="2065147" y="2136648"/>
                    </a:lnTo>
                    <a:close/>
                    <a:moveTo>
                      <a:pt x="0" y="2136648"/>
                    </a:moveTo>
                    <a:lnTo>
                      <a:pt x="0" y="2324735"/>
                    </a:lnTo>
                    <a:lnTo>
                      <a:pt x="1010031" y="2806827"/>
                    </a:lnTo>
                    <a:lnTo>
                      <a:pt x="0" y="3288919"/>
                    </a:lnTo>
                    <a:lnTo>
                      <a:pt x="0" y="3477006"/>
                    </a:lnTo>
                    <a:lnTo>
                      <a:pt x="3302" y="3484372"/>
                    </a:lnTo>
                    <a:lnTo>
                      <a:pt x="1154557" y="2934843"/>
                    </a:lnTo>
                    <a:lnTo>
                      <a:pt x="1154557" y="2678938"/>
                    </a:lnTo>
                    <a:lnTo>
                      <a:pt x="3302" y="2129409"/>
                    </a:lnTo>
                    <a:lnTo>
                      <a:pt x="0" y="2136648"/>
                    </a:lnTo>
                    <a:close/>
                  </a:path>
                </a:pathLst>
              </a:custGeom>
              <a:solidFill>
                <a:srgbClr val="2B2B2B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5394360" y="0"/>
              <a:ext cx="2697180" cy="2775991"/>
              <a:chOff x="0" y="0"/>
              <a:chExt cx="6350000" cy="65355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534289" y="450723"/>
                <a:ext cx="5284851" cy="5630545"/>
              </a:xfrm>
              <a:custGeom>
                <a:avLst/>
                <a:gdLst/>
                <a:ahLst/>
                <a:cxnLst/>
                <a:rect r="r" b="b" t="t" l="l"/>
                <a:pathLst>
                  <a:path h="5630545" w="5284851">
                    <a:moveTo>
                      <a:pt x="1151255" y="0"/>
                    </a:moveTo>
                    <a:lnTo>
                      <a:pt x="1154557" y="7366"/>
                    </a:lnTo>
                    <a:lnTo>
                      <a:pt x="1154557" y="195453"/>
                    </a:lnTo>
                    <a:lnTo>
                      <a:pt x="144526" y="677545"/>
                    </a:lnTo>
                    <a:lnTo>
                      <a:pt x="1154557" y="1159637"/>
                    </a:lnTo>
                    <a:lnTo>
                      <a:pt x="1154557" y="1347724"/>
                    </a:lnTo>
                    <a:lnTo>
                      <a:pt x="1151255" y="1355090"/>
                    </a:lnTo>
                    <a:lnTo>
                      <a:pt x="0" y="805561"/>
                    </a:lnTo>
                    <a:lnTo>
                      <a:pt x="0" y="549529"/>
                    </a:lnTo>
                    <a:lnTo>
                      <a:pt x="1151255" y="0"/>
                    </a:lnTo>
                    <a:close/>
                    <a:moveTo>
                      <a:pt x="2065147" y="549529"/>
                    </a:moveTo>
                    <a:lnTo>
                      <a:pt x="2065147" y="805561"/>
                    </a:lnTo>
                    <a:lnTo>
                      <a:pt x="3216402" y="1355090"/>
                    </a:lnTo>
                    <a:lnTo>
                      <a:pt x="3219704" y="1347724"/>
                    </a:lnTo>
                    <a:lnTo>
                      <a:pt x="3219704" y="1159637"/>
                    </a:lnTo>
                    <a:lnTo>
                      <a:pt x="2209673" y="677545"/>
                    </a:lnTo>
                    <a:lnTo>
                      <a:pt x="3219704" y="195453"/>
                    </a:lnTo>
                    <a:lnTo>
                      <a:pt x="3219704" y="7366"/>
                    </a:lnTo>
                    <a:lnTo>
                      <a:pt x="3216402" y="0"/>
                    </a:lnTo>
                    <a:lnTo>
                      <a:pt x="2065147" y="549529"/>
                    </a:lnTo>
                    <a:close/>
                    <a:moveTo>
                      <a:pt x="5284851" y="7366"/>
                    </a:moveTo>
                    <a:lnTo>
                      <a:pt x="5281676" y="0"/>
                    </a:lnTo>
                    <a:lnTo>
                      <a:pt x="4130421" y="549529"/>
                    </a:lnTo>
                    <a:lnTo>
                      <a:pt x="4130421" y="805561"/>
                    </a:lnTo>
                    <a:lnTo>
                      <a:pt x="5281676" y="1355090"/>
                    </a:lnTo>
                    <a:lnTo>
                      <a:pt x="5284851" y="1347724"/>
                    </a:lnTo>
                    <a:lnTo>
                      <a:pt x="5284851" y="1159637"/>
                    </a:lnTo>
                    <a:lnTo>
                      <a:pt x="4274820" y="677545"/>
                    </a:lnTo>
                    <a:lnTo>
                      <a:pt x="5284851" y="195453"/>
                    </a:lnTo>
                    <a:lnTo>
                      <a:pt x="5284851" y="7366"/>
                    </a:lnTo>
                    <a:close/>
                    <a:moveTo>
                      <a:pt x="0" y="4825111"/>
                    </a:moveTo>
                    <a:lnTo>
                      <a:pt x="0" y="5081016"/>
                    </a:lnTo>
                    <a:lnTo>
                      <a:pt x="1151255" y="5630545"/>
                    </a:lnTo>
                    <a:lnTo>
                      <a:pt x="1154557" y="5623306"/>
                    </a:lnTo>
                    <a:lnTo>
                      <a:pt x="1154557" y="5435219"/>
                    </a:lnTo>
                    <a:lnTo>
                      <a:pt x="144526" y="4953127"/>
                    </a:lnTo>
                    <a:lnTo>
                      <a:pt x="1154557" y="4471035"/>
                    </a:lnTo>
                    <a:lnTo>
                      <a:pt x="1154557" y="4282948"/>
                    </a:lnTo>
                    <a:lnTo>
                      <a:pt x="1151255" y="4275582"/>
                    </a:lnTo>
                    <a:lnTo>
                      <a:pt x="0" y="4825111"/>
                    </a:lnTo>
                    <a:close/>
                    <a:moveTo>
                      <a:pt x="2065147" y="4825111"/>
                    </a:moveTo>
                    <a:lnTo>
                      <a:pt x="2065147" y="5081016"/>
                    </a:lnTo>
                    <a:lnTo>
                      <a:pt x="3216402" y="5630545"/>
                    </a:lnTo>
                    <a:lnTo>
                      <a:pt x="3219704" y="5623306"/>
                    </a:lnTo>
                    <a:lnTo>
                      <a:pt x="3219704" y="5435219"/>
                    </a:lnTo>
                    <a:lnTo>
                      <a:pt x="2209673" y="4953127"/>
                    </a:lnTo>
                    <a:lnTo>
                      <a:pt x="3219704" y="4471035"/>
                    </a:lnTo>
                    <a:lnTo>
                      <a:pt x="3219704" y="4282948"/>
                    </a:lnTo>
                    <a:lnTo>
                      <a:pt x="3216402" y="4275582"/>
                    </a:lnTo>
                    <a:lnTo>
                      <a:pt x="2065147" y="4825111"/>
                    </a:lnTo>
                    <a:close/>
                    <a:moveTo>
                      <a:pt x="4130421" y="4825111"/>
                    </a:moveTo>
                    <a:lnTo>
                      <a:pt x="4130421" y="5081016"/>
                    </a:lnTo>
                    <a:lnTo>
                      <a:pt x="5281676" y="5630545"/>
                    </a:lnTo>
                    <a:lnTo>
                      <a:pt x="5284851" y="5623306"/>
                    </a:lnTo>
                    <a:lnTo>
                      <a:pt x="5284851" y="5435219"/>
                    </a:lnTo>
                    <a:lnTo>
                      <a:pt x="4274820" y="4953127"/>
                    </a:lnTo>
                    <a:lnTo>
                      <a:pt x="5284851" y="4471035"/>
                    </a:lnTo>
                    <a:lnTo>
                      <a:pt x="5284851" y="4282948"/>
                    </a:lnTo>
                    <a:lnTo>
                      <a:pt x="5281676" y="4275582"/>
                    </a:lnTo>
                    <a:lnTo>
                      <a:pt x="4130421" y="4825111"/>
                    </a:lnTo>
                    <a:close/>
                    <a:moveTo>
                      <a:pt x="4130421" y="2136648"/>
                    </a:moveTo>
                    <a:lnTo>
                      <a:pt x="4130421" y="2324735"/>
                    </a:lnTo>
                    <a:lnTo>
                      <a:pt x="5140325" y="2806827"/>
                    </a:lnTo>
                    <a:lnTo>
                      <a:pt x="4130421" y="3288919"/>
                    </a:lnTo>
                    <a:lnTo>
                      <a:pt x="4130421" y="3477006"/>
                    </a:lnTo>
                    <a:lnTo>
                      <a:pt x="4133596" y="3484372"/>
                    </a:lnTo>
                    <a:lnTo>
                      <a:pt x="5284851" y="2934843"/>
                    </a:lnTo>
                    <a:lnTo>
                      <a:pt x="5284851" y="2678938"/>
                    </a:lnTo>
                    <a:lnTo>
                      <a:pt x="4133596" y="2129409"/>
                    </a:lnTo>
                    <a:lnTo>
                      <a:pt x="4130421" y="2136648"/>
                    </a:lnTo>
                    <a:close/>
                    <a:moveTo>
                      <a:pt x="2065147" y="2136648"/>
                    </a:moveTo>
                    <a:lnTo>
                      <a:pt x="2065147" y="2324735"/>
                    </a:lnTo>
                    <a:lnTo>
                      <a:pt x="3075178" y="2806827"/>
                    </a:lnTo>
                    <a:lnTo>
                      <a:pt x="2065147" y="3288919"/>
                    </a:lnTo>
                    <a:lnTo>
                      <a:pt x="2065147" y="3477006"/>
                    </a:lnTo>
                    <a:lnTo>
                      <a:pt x="2068449" y="3484372"/>
                    </a:lnTo>
                    <a:lnTo>
                      <a:pt x="3219704" y="2934843"/>
                    </a:lnTo>
                    <a:lnTo>
                      <a:pt x="3219704" y="2678938"/>
                    </a:lnTo>
                    <a:lnTo>
                      <a:pt x="2068449" y="2129409"/>
                    </a:lnTo>
                    <a:lnTo>
                      <a:pt x="2065147" y="2136648"/>
                    </a:lnTo>
                    <a:close/>
                    <a:moveTo>
                      <a:pt x="0" y="2136648"/>
                    </a:moveTo>
                    <a:lnTo>
                      <a:pt x="0" y="2324735"/>
                    </a:lnTo>
                    <a:lnTo>
                      <a:pt x="1010031" y="2806827"/>
                    </a:lnTo>
                    <a:lnTo>
                      <a:pt x="0" y="3288919"/>
                    </a:lnTo>
                    <a:lnTo>
                      <a:pt x="0" y="3477006"/>
                    </a:lnTo>
                    <a:lnTo>
                      <a:pt x="3302" y="3484372"/>
                    </a:lnTo>
                    <a:lnTo>
                      <a:pt x="1154557" y="2934843"/>
                    </a:lnTo>
                    <a:lnTo>
                      <a:pt x="1154557" y="2678938"/>
                    </a:lnTo>
                    <a:lnTo>
                      <a:pt x="3302" y="2129409"/>
                    </a:lnTo>
                    <a:lnTo>
                      <a:pt x="0" y="2136648"/>
                    </a:lnTo>
                    <a:close/>
                  </a:path>
                </a:pathLst>
              </a:custGeom>
              <a:solidFill>
                <a:srgbClr val="2B2B2B">
                  <a:alpha val="9804"/>
                </a:srgbClr>
              </a:solidFill>
            </p:spPr>
          </p:sp>
        </p:grpSp>
      </p:grpSp>
      <p:sp>
        <p:nvSpPr>
          <p:cNvPr name="AutoShape 9" id="9"/>
          <p:cNvSpPr/>
          <p:nvPr/>
        </p:nvSpPr>
        <p:spPr>
          <a:xfrm rot="-5400000">
            <a:off x="3779856" y="5138738"/>
            <a:ext cx="8229600" cy="0"/>
          </a:xfrm>
          <a:prstGeom prst="line">
            <a:avLst/>
          </a:prstGeom>
          <a:ln cap="flat" w="9525">
            <a:solidFill>
              <a:srgbClr val="2B2B2B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674153" y="0"/>
            <a:ext cx="4613847" cy="10287000"/>
          </a:xfrm>
          <a:custGeom>
            <a:avLst/>
            <a:gdLst/>
            <a:ahLst/>
            <a:cxnLst/>
            <a:rect r="r" b="b" t="t" l="l"/>
            <a:pathLst>
              <a:path h="10287000" w="4613847">
                <a:moveTo>
                  <a:pt x="0" y="0"/>
                </a:moveTo>
                <a:lnTo>
                  <a:pt x="4613847" y="0"/>
                </a:lnTo>
                <a:lnTo>
                  <a:pt x="461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596" t="0" r="-15984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37917" y="3101411"/>
            <a:ext cx="3460244" cy="499805"/>
            <a:chOff x="0" y="0"/>
            <a:chExt cx="4613659" cy="6664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0602" cy="666406"/>
            </a:xfrm>
            <a:custGeom>
              <a:avLst/>
              <a:gdLst/>
              <a:ahLst/>
              <a:cxnLst/>
              <a:rect r="r" b="b" t="t" l="l"/>
              <a:pathLst>
                <a:path h="666406" w="870602">
                  <a:moveTo>
                    <a:pt x="0" y="0"/>
                  </a:moveTo>
                  <a:lnTo>
                    <a:pt x="870602" y="0"/>
                  </a:lnTo>
                  <a:lnTo>
                    <a:pt x="870602" y="666406"/>
                  </a:lnTo>
                  <a:lnTo>
                    <a:pt x="0" y="666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090313" y="142703"/>
              <a:ext cx="3523345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901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SISTEMA OPERACIONAL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94475" y="4265530"/>
            <a:ext cx="5937105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sz="9999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Sumário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87597" y="4170280"/>
            <a:ext cx="3598378" cy="1738419"/>
            <a:chOff x="0" y="0"/>
            <a:chExt cx="4797838" cy="231789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479783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Fundamentos teóricos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82037"/>
              <a:ext cx="4797838" cy="515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Esquema de partições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802223"/>
              <a:ext cx="4797838" cy="515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Questões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260164" y="4224707"/>
            <a:ext cx="6062293" cy="6062293"/>
          </a:xfrm>
          <a:custGeom>
            <a:avLst/>
            <a:gdLst/>
            <a:ahLst/>
            <a:cxnLst/>
            <a:rect r="r" b="b" t="t" l="l"/>
            <a:pathLst>
              <a:path h="6062293" w="6062293">
                <a:moveTo>
                  <a:pt x="6062292" y="0"/>
                </a:moveTo>
                <a:lnTo>
                  <a:pt x="0" y="0"/>
                </a:lnTo>
                <a:lnTo>
                  <a:pt x="0" y="6062293"/>
                </a:lnTo>
                <a:lnTo>
                  <a:pt x="6062292" y="6062293"/>
                </a:lnTo>
                <a:lnTo>
                  <a:pt x="60622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9248775"/>
            <a:ext cx="7169689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57708" y="8701771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171889"/>
            <a:ext cx="8294823" cy="5529882"/>
          </a:xfrm>
          <a:custGeom>
            <a:avLst/>
            <a:gdLst/>
            <a:ahLst/>
            <a:cxnLst/>
            <a:rect r="r" b="b" t="t" l="l"/>
            <a:pathLst>
              <a:path h="5529882" w="8294823">
                <a:moveTo>
                  <a:pt x="0" y="0"/>
                </a:moveTo>
                <a:lnTo>
                  <a:pt x="8294823" y="0"/>
                </a:lnTo>
                <a:lnTo>
                  <a:pt x="8294823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498835"/>
            <a:ext cx="716968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Criado pelo fundador original do CentOS, o Rocky Linux é um sistema operacional de código aberto baseado no ecossistema Red Hat Enterprise Linux impulsionado pela comunidade.</a:t>
            </a:r>
          </a:p>
          <a:p>
            <a:pPr algn="just">
              <a:lnSpc>
                <a:spcPts val="3639"/>
              </a:lnSpc>
            </a:pP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Onde o Rocky Linux ganhou espaço?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89881"/>
            <a:ext cx="7169689" cy="142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sz="9999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Rocky Linux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96579" y="1028700"/>
            <a:ext cx="4296150" cy="499805"/>
            <a:chOff x="0" y="0"/>
            <a:chExt cx="5728200" cy="666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0602" cy="666406"/>
            </a:xfrm>
            <a:custGeom>
              <a:avLst/>
              <a:gdLst/>
              <a:ahLst/>
              <a:cxnLst/>
              <a:rect r="r" b="b" t="t" l="l"/>
              <a:pathLst>
                <a:path h="666406" w="870602">
                  <a:moveTo>
                    <a:pt x="0" y="0"/>
                  </a:moveTo>
                  <a:lnTo>
                    <a:pt x="870602" y="0"/>
                  </a:lnTo>
                  <a:lnTo>
                    <a:pt x="870602" y="666406"/>
                  </a:lnTo>
                  <a:lnTo>
                    <a:pt x="0" y="666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90313" y="142703"/>
              <a:ext cx="4637886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901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SISTEMA OPERACIONAL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58752" y="-5482257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4"/>
                </a:lnTo>
                <a:lnTo>
                  <a:pt x="0" y="109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1742" y="2345849"/>
            <a:ext cx="7038175" cy="4805029"/>
          </a:xfrm>
          <a:custGeom>
            <a:avLst/>
            <a:gdLst/>
            <a:ahLst/>
            <a:cxnLst/>
            <a:rect r="r" b="b" t="t" l="l"/>
            <a:pathLst>
              <a:path h="4805029" w="7038175">
                <a:moveTo>
                  <a:pt x="0" y="0"/>
                </a:moveTo>
                <a:lnTo>
                  <a:pt x="7038175" y="0"/>
                </a:lnTo>
                <a:lnTo>
                  <a:pt x="7038175" y="4805028"/>
                </a:lnTo>
                <a:lnTo>
                  <a:pt x="0" y="4805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196579" y="1859044"/>
            <a:ext cx="9640434" cy="5778637"/>
            <a:chOff x="0" y="0"/>
            <a:chExt cx="12853912" cy="770484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559766"/>
              <a:ext cx="12853912" cy="5145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72"/>
                </a:lnSpc>
              </a:pPr>
              <a:r>
                <a:rPr lang="en-US" sz="2765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O CentOS Linux foi descontinuado no dia 30 de junho de 2024; o anucio da Red Hat trouxe o motivo de que, concentraria todos os investimentos no CentOS Stream, onde o CentOS Stream passou a ter uma função diferente dentro do ecossistema Red Hat.</a:t>
              </a:r>
            </a:p>
            <a:p>
              <a:pPr algn="just">
                <a:lnSpc>
                  <a:spcPts val="3872"/>
                </a:lnSpc>
              </a:pPr>
              <a:r>
                <a:rPr lang="en-US" sz="2765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E por conta da descontinuação do CentOS, o Rocky Linux tentou oferecer algo semelhante que muitos usuários buscavam no antigo sistema operacional</a:t>
              </a:r>
            </a:p>
            <a:p>
              <a:pPr algn="just">
                <a:lnSpc>
                  <a:spcPts val="3872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4775"/>
              <a:ext cx="12853912" cy="2047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01"/>
                </a:lnSpc>
              </a:pPr>
              <a:r>
                <a:rPr lang="en-US" sz="10637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Fim do CentOS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462308" y="8212603"/>
            <a:ext cx="12825692" cy="0"/>
          </a:xfrm>
          <a:prstGeom prst="line">
            <a:avLst/>
          </a:prstGeom>
          <a:ln cap="flat" w="38100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59670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bug for bug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3472196" cy="499805"/>
            <a:chOff x="0" y="0"/>
            <a:chExt cx="4629595" cy="6664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602" cy="666406"/>
            </a:xfrm>
            <a:custGeom>
              <a:avLst/>
              <a:gdLst/>
              <a:ahLst/>
              <a:cxnLst/>
              <a:rect r="r" b="b" t="t" l="l"/>
              <a:pathLst>
                <a:path h="666406" w="870602">
                  <a:moveTo>
                    <a:pt x="0" y="0"/>
                  </a:moveTo>
                  <a:lnTo>
                    <a:pt x="870602" y="0"/>
                  </a:lnTo>
                  <a:lnTo>
                    <a:pt x="870602" y="666406"/>
                  </a:lnTo>
                  <a:lnTo>
                    <a:pt x="0" y="666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90313" y="142703"/>
              <a:ext cx="3539282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901">
                  <a:solidFill>
                    <a:srgbClr val="2B2B2B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SISTEMA OPERACIONAL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7131098" y="1028703"/>
            <a:ext cx="4763" cy="822960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6106476" y="6477913"/>
            <a:ext cx="12947956" cy="12971541"/>
          </a:xfrm>
          <a:custGeom>
            <a:avLst/>
            <a:gdLst/>
            <a:ahLst/>
            <a:cxnLst/>
            <a:rect r="r" b="b" t="t" l="l"/>
            <a:pathLst>
              <a:path h="12971541" w="12947956">
                <a:moveTo>
                  <a:pt x="0" y="0"/>
                </a:moveTo>
                <a:lnTo>
                  <a:pt x="12947956" y="0"/>
                </a:lnTo>
                <a:lnTo>
                  <a:pt x="12947956" y="12971540"/>
                </a:lnTo>
                <a:lnTo>
                  <a:pt x="0" y="12971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83910" y="3367343"/>
            <a:ext cx="8801333" cy="456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É um termo utilizado para descrever o objetivo do Rocky Linux de manter compatibilidade com o Red Hat Enterprise Linux (RHEL), inclusive em relação aos bugs e comportamentos presentes no sistema.</a:t>
            </a:r>
          </a:p>
          <a:p>
            <a:pPr algn="l">
              <a:lnSpc>
                <a:spcPts val="3610"/>
              </a:lnSpc>
            </a:pPr>
          </a:p>
          <a:p>
            <a:pPr algn="just">
              <a:lnSpc>
                <a:spcPts val="3610"/>
              </a:lnSpc>
            </a:pP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Isso significa que o Rocky Linux não busca apenas disponibilizar os mesmos programas do RHEL, mas reproduzir o sistema de forma suficientemente próxima para que seus componentes e aplicações apresentem comportamentos compatíveis.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666290" y="-2002446"/>
            <a:ext cx="6062293" cy="6062293"/>
          </a:xfrm>
          <a:custGeom>
            <a:avLst/>
            <a:gdLst/>
            <a:ahLst/>
            <a:cxnLst/>
            <a:rect r="r" b="b" t="t" l="l"/>
            <a:pathLst>
              <a:path h="6062293" w="6062293">
                <a:moveTo>
                  <a:pt x="6062293" y="0"/>
                </a:moveTo>
                <a:lnTo>
                  <a:pt x="0" y="0"/>
                </a:lnTo>
                <a:lnTo>
                  <a:pt x="0" y="6062292"/>
                </a:lnTo>
                <a:lnTo>
                  <a:pt x="6062293" y="6062292"/>
                </a:lnTo>
                <a:lnTo>
                  <a:pt x="60622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9248775"/>
            <a:ext cx="7169689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57708" y="8701771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25434" y="3177758"/>
            <a:ext cx="6080542" cy="6080542"/>
          </a:xfrm>
          <a:custGeom>
            <a:avLst/>
            <a:gdLst/>
            <a:ahLst/>
            <a:cxnLst/>
            <a:rect r="r" b="b" t="t" l="l"/>
            <a:pathLst>
              <a:path h="6080542" w="6080542">
                <a:moveTo>
                  <a:pt x="0" y="0"/>
                </a:moveTo>
                <a:lnTo>
                  <a:pt x="6080542" y="0"/>
                </a:lnTo>
                <a:lnTo>
                  <a:pt x="6080542" y="6080542"/>
                </a:lnTo>
                <a:lnTo>
                  <a:pt x="0" y="6080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20579"/>
            <a:ext cx="7169689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Organização que mantém o Rocky linux, a RESF é uma organização de comunidades, sem fins lucrativos. O intuito da RESF é juntar uma comunidade em torno de empresas, instituições de pesquisa, universidades e etc, para colaborar na criação e manutenção de ferramentas de código aberto, como o Rocky Linux.  </a:t>
            </a:r>
          </a:p>
          <a:p>
            <a:pPr algn="just">
              <a:lnSpc>
                <a:spcPts val="36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99071"/>
            <a:ext cx="7169689" cy="142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sz="9999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1989">
            <a:off x="2055107" y="5138735"/>
            <a:ext cx="822960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667827"/>
            <a:ext cx="4210084" cy="119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67"/>
              </a:lnSpc>
            </a:pPr>
            <a:r>
              <a:rPr lang="en-US" sz="8424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Peridot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49048" y="3917439"/>
            <a:ext cx="11176113" cy="381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6"/>
              </a:lnSpc>
            </a:pPr>
            <a:r>
              <a:rPr lang="en-US" sz="4404">
                <a:solidFill>
                  <a:srgbClr val="F4F4F4"/>
                </a:solidFill>
                <a:latin typeface="Didact Gothic"/>
                <a:ea typeface="Didact Gothic"/>
                <a:cs typeface="Didact Gothic"/>
                <a:sym typeface="Didact Gothic"/>
              </a:rPr>
              <a:t>Peridot é uma ferramenta elaborada pela comunidade do Rocy Linux, ela é responsável por automatizar processos relacionados á construção do sistema operacional.</a:t>
            </a:r>
          </a:p>
          <a:p>
            <a:pPr algn="l">
              <a:lnSpc>
                <a:spcPts val="616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08">
            <a:off x="1028700" y="9212335"/>
            <a:ext cx="1623060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18620" y="8708028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089" y="5828590"/>
            <a:ext cx="4331368" cy="4114800"/>
          </a:xfrm>
          <a:custGeom>
            <a:avLst/>
            <a:gdLst/>
            <a:ahLst/>
            <a:cxnLst/>
            <a:rect r="r" b="b" t="t" l="l"/>
            <a:pathLst>
              <a:path h="4114800" w="4331368">
                <a:moveTo>
                  <a:pt x="0" y="0"/>
                </a:moveTo>
                <a:lnTo>
                  <a:pt x="4331368" y="0"/>
                </a:lnTo>
                <a:lnTo>
                  <a:pt x="4331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83402" y="-5261977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89392" y="3139935"/>
            <a:ext cx="10109216" cy="6316870"/>
          </a:xfrm>
          <a:custGeom>
            <a:avLst/>
            <a:gdLst/>
            <a:ahLst/>
            <a:cxnLst/>
            <a:rect r="r" b="b" t="t" l="l"/>
            <a:pathLst>
              <a:path h="6316870" w="10109216">
                <a:moveTo>
                  <a:pt x="0" y="0"/>
                </a:moveTo>
                <a:lnTo>
                  <a:pt x="10109216" y="0"/>
                </a:lnTo>
                <a:lnTo>
                  <a:pt x="10109216" y="6316869"/>
                </a:lnTo>
                <a:lnTo>
                  <a:pt x="0" y="6316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0027" y="486626"/>
            <a:ext cx="9315725" cy="265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60"/>
              </a:lnSpc>
            </a:pPr>
            <a:r>
              <a:rPr lang="en-US" sz="9418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Esquema de particionamento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109207" y="603179"/>
            <a:ext cx="8609413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205167" y="8712791"/>
            <a:ext cx="8609413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894934" y="6059380"/>
            <a:ext cx="12947956" cy="12971541"/>
          </a:xfrm>
          <a:custGeom>
            <a:avLst/>
            <a:gdLst/>
            <a:ahLst/>
            <a:cxnLst/>
            <a:rect r="r" b="b" t="t" l="l"/>
            <a:pathLst>
              <a:path h="12971541" w="12947956">
                <a:moveTo>
                  <a:pt x="0" y="0"/>
                </a:moveTo>
                <a:lnTo>
                  <a:pt x="12947956" y="0"/>
                </a:lnTo>
                <a:lnTo>
                  <a:pt x="12947956" y="12971541"/>
                </a:lnTo>
                <a:lnTo>
                  <a:pt x="0" y="1297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9258300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44105"/>
            <a:ext cx="6111923" cy="380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121718"/>
                </a:solidFill>
                <a:latin typeface="Didact Gothic"/>
                <a:ea typeface="Didact Gothic"/>
                <a:cs typeface="Didact Gothic"/>
                <a:sym typeface="Didact Gothic"/>
              </a:rPr>
              <a:t>Porque dessa forma?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9207" y="839407"/>
            <a:ext cx="8801333" cy="815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nodev (em /tmp, /var/tmp, /var/log, /home, /var, /boot): Impede a interpretação de dispositivos especiai</a:t>
            </a: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s de caracteres ou blocos nesses pontos, neutralizando a criação manual de nós maliciosos.</a:t>
            </a:r>
          </a:p>
          <a:p>
            <a:pPr algn="l">
              <a:lnSpc>
                <a:spcPts val="3610"/>
              </a:lnSpc>
            </a:pPr>
          </a:p>
          <a:p>
            <a:pPr algn="l">
              <a:lnSpc>
                <a:spcPts val="3610"/>
              </a:lnSpc>
            </a:pPr>
          </a:p>
          <a:p>
            <a:pPr algn="l">
              <a:lnSpc>
                <a:spcPts val="3610"/>
              </a:lnSpc>
            </a:pP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nosuid (em /tmp, /var/tmp, /var/log, /home, /boot): Desativa os bits de permissão SUID e SGID, impedindo que executáveis comuns executem com privilégios herdados de superusuário (root).</a:t>
            </a:r>
          </a:p>
          <a:p>
            <a:pPr algn="l">
              <a:lnSpc>
                <a:spcPts val="3610"/>
              </a:lnSpc>
            </a:pPr>
          </a:p>
          <a:p>
            <a:pPr algn="l">
              <a:lnSpc>
                <a:spcPts val="3610"/>
              </a:lnSpc>
            </a:pPr>
          </a:p>
          <a:p>
            <a:pPr algn="l">
              <a:lnSpc>
                <a:spcPts val="3610"/>
              </a:lnSpc>
            </a:pPr>
            <a:r>
              <a:rPr lang="en-US" sz="2777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noexec (em /tmp, /var/tmp, /var/log): Bloqueia totalmente a execução direta de binários e scripts a partir de pastas graváveis por usuários comuns, mitigando vetores clássicos de dropper e staging de malware.</a:t>
            </a:r>
          </a:p>
          <a:p>
            <a:pPr algn="l">
              <a:lnSpc>
                <a:spcPts val="3610"/>
              </a:lnSpc>
            </a:pPr>
          </a:p>
          <a:p>
            <a:pPr algn="l">
              <a:lnSpc>
                <a:spcPts val="361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878205"/>
            <a:ext cx="13932989" cy="11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Explique a descontinuação do CentOS e o que o Rocky Linux tem haver.</a:t>
            </a:r>
          </a:p>
          <a:p>
            <a:pPr algn="ctr">
              <a:lnSpc>
                <a:spcPts val="461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88039" y="1936534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Questões 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8805" y="5107525"/>
            <a:ext cx="15990389" cy="172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 CentOS Linux foi descontinuado e passou a dar lugar ao CentOS Stream. Com isso, o Rocky Linux surgiu como uma alternativa de código aberto e compatível com o RHEL.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2988" y="2773198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Resposta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076825"/>
            <a:ext cx="7575299" cy="56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Explique a importância do bug for bug.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8039" y="1936534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Questão 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5107525"/>
            <a:ext cx="18288000" cy="114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 bug for bug é importante porque busca manter o Rocky Linux compatível com o RHEL, reproduzindo também seus comportamentos e bugs.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2988" y="2773198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Resposta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4079" y="5086350"/>
            <a:ext cx="15684540" cy="13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</a:pPr>
            <a:r>
              <a:rPr lang="en-US" sz="2591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Explique a importância do particionamento nodev Impede a interpretação de dispositivos especiais de caracteres ou blocos nesses pontos, neutralizando a criação manual de nós maliciosos.</a:t>
            </a:r>
          </a:p>
          <a:p>
            <a:pPr algn="ctr">
              <a:lnSpc>
                <a:spcPts val="362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88039" y="1936534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Questão 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5107525"/>
            <a:ext cx="18288000" cy="114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 particionamento organiza o armazenamento, e a /boot/EFI é responsável pelos arquivos necessários para iniciar o sistema.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2988" y="2773198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Resposta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5279" y="4133378"/>
            <a:ext cx="15494682" cy="346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Qual é a principal função da RESF (Rocky Enterprise Software Foundation)?</a:t>
            </a:r>
          </a:p>
          <a:p>
            <a:pPr algn="l">
              <a:lnSpc>
                <a:spcPts val="4613"/>
              </a:lnSpc>
            </a:pP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A) Controlar comercialmente o Red Hat Enterprise Linux.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B) Administrar e apoiar o desenvolvimento e a sustentabilidade do Rocky Linux.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C) Substituir o CentOS Stream como produto da Red Hat.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D) Criar exclusivamente ferramentas de criptografia para Linux.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8039" y="1936534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Questão 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6371" y="5107525"/>
            <a:ext cx="15495257" cy="56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B) Administrar e apoiar o desenvolvimento e a sustentabilidade do Rocky Linux.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2988" y="2773198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Resposta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715046"/>
            <a:ext cx="16602721" cy="404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Sobre o Peridot, assinale a alternativa correta:</a:t>
            </a:r>
          </a:p>
          <a:p>
            <a:pPr algn="l">
              <a:lnSpc>
                <a:spcPts val="4613"/>
              </a:lnSpc>
            </a:pP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A) É uma ferramenta utilizada para criptografar partições do Rocky Linux.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B) É responsável pelo controle de usuários e permissões do sistema.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C) É uma ferramenta desenvolvida pela comunidade do Rocky Linux para automatizar processos relacionados à construção do sistema operacional.</a:t>
            </a:r>
          </a:p>
          <a:p>
            <a:pPr algn="l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D) É o firewall padrão utilizado para proteger servidores Rocky Linux.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8039" y="1936534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Questão 4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3750" y="5901162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96579" y="9271493"/>
            <a:ext cx="9062721" cy="0"/>
          </a:xfrm>
          <a:prstGeom prst="line">
            <a:avLst/>
          </a:prstGeom>
          <a:ln cap="flat" w="9525">
            <a:solidFill>
              <a:srgbClr val="68BD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18619" y="8787524"/>
            <a:ext cx="540681" cy="286561"/>
          </a:xfrm>
          <a:custGeom>
            <a:avLst/>
            <a:gdLst/>
            <a:ahLst/>
            <a:cxnLst/>
            <a:rect r="r" b="b" t="t" l="l"/>
            <a:pathLst>
              <a:path h="286561" w="540681">
                <a:moveTo>
                  <a:pt x="0" y="0"/>
                </a:moveTo>
                <a:lnTo>
                  <a:pt x="540681" y="0"/>
                </a:lnTo>
                <a:lnTo>
                  <a:pt x="540681" y="286561"/>
                </a:lnTo>
                <a:lnTo>
                  <a:pt x="0" y="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1094" y="-6640146"/>
            <a:ext cx="10944579" cy="10964515"/>
          </a:xfrm>
          <a:custGeom>
            <a:avLst/>
            <a:gdLst/>
            <a:ahLst/>
            <a:cxnLst/>
            <a:rect r="r" b="b" t="t" l="l"/>
            <a:pathLst>
              <a:path h="10964515" w="10944579">
                <a:moveTo>
                  <a:pt x="0" y="0"/>
                </a:moveTo>
                <a:lnTo>
                  <a:pt x="10944579" y="0"/>
                </a:lnTo>
                <a:lnTo>
                  <a:pt x="10944579" y="10964515"/>
                </a:lnTo>
                <a:lnTo>
                  <a:pt x="0" y="1096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5107525"/>
            <a:ext cx="18288000" cy="114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C) É uma ferramenta desenvolvida pela comunidade do Rocky Linux para automatizar processos relacionados à construção do sistema operacional.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2988" y="2773198"/>
            <a:ext cx="6111923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Resposta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3131" y="-5785380"/>
            <a:ext cx="12947956" cy="12971541"/>
          </a:xfrm>
          <a:custGeom>
            <a:avLst/>
            <a:gdLst/>
            <a:ahLst/>
            <a:cxnLst/>
            <a:rect r="r" b="b" t="t" l="l"/>
            <a:pathLst>
              <a:path h="12971541" w="12947956">
                <a:moveTo>
                  <a:pt x="0" y="0"/>
                </a:moveTo>
                <a:lnTo>
                  <a:pt x="12947956" y="0"/>
                </a:lnTo>
                <a:lnTo>
                  <a:pt x="12947956" y="12971541"/>
                </a:lnTo>
                <a:lnTo>
                  <a:pt x="0" y="1297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9065" y="4116050"/>
            <a:ext cx="7629869" cy="12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>
                <a:solidFill>
                  <a:srgbClr val="2B2B2B"/>
                </a:solidFill>
                <a:latin typeface="Didact Gothic"/>
                <a:ea typeface="Didact Gothic"/>
                <a:cs typeface="Didact Gothic"/>
                <a:sym typeface="Didact Gothic"/>
              </a:rPr>
              <a:t>Muito 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DAHVMzgHFpk</dc:identifier>
  <dcterms:modified xsi:type="dcterms:W3CDTF">2011-08-01T06:04:30Z</dcterms:modified>
  <cp:revision>1</cp:revision>
  <dc:title>Apresentação de Negócios Apresentação de Visão Modular Abstrato Preto Cinza Verde-azulado</dc:title>
</cp:coreProperties>
</file>